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1D8B2-8693-B0CA-352E-23BC248DE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41B1B-381C-A164-DCC3-BBA5AC527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184FC-7902-F1F4-E4DE-8544E22A9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392B-DA7C-432F-8009-F0344FE4F07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AF5FD-B828-9F91-FECB-FB4B005DB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E3B1C-192F-ED09-6B82-6B62C97A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684A-70D1-46ED-B668-D78A89F9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990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0D222-D555-F494-394D-4718D0A2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D7E59-9752-72BD-26DF-5F732C3B2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F25D6-04E4-4A3B-1C4C-343C3AC15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392B-DA7C-432F-8009-F0344FE4F07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33BD6-7043-09C1-6F66-2421843CC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B8057-26BD-5C26-480D-B79A2EA27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684A-70D1-46ED-B668-D78A89F9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62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C692D-75DD-0310-B32A-31AF0996C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8DD93-69E8-2B26-88B7-898616494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13C04-90B3-715E-A2B3-3383289B3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392B-DA7C-432F-8009-F0344FE4F07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2D3D4-C8A4-8FED-8F6A-A1576955A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10299-F674-FCFB-C53C-0861130E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684A-70D1-46ED-B668-D78A89F9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403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DF2C8-85E4-3DE2-7E15-9752F8E3C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70EAE-CF7E-8C19-E279-B57067267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617F3-E773-F4A7-F240-15894A731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FA715-0C3D-4557-F470-9F9FE5E3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392B-DA7C-432F-8009-F0344FE4F07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AD234-3A19-D7EA-A876-51B39FF36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531B6-CC7A-DB28-EB50-4FBEBE4BE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684A-70D1-46ED-B668-D78A89F9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098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8FB60-846C-EF5D-EF2E-E7461E1A5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9E476-930E-06EE-0E79-71ED322B1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CB005-60BE-030A-1B77-27BC3F066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E34A6A-B7B7-A792-7A90-F732589E9C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488970-68A5-F0E1-CD68-C4B48546A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4E274E-1927-6AAE-94BB-81B4E69FF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392B-DA7C-432F-8009-F0344FE4F07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846F02-8431-6726-7BD1-A11B26792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42BEB7-4F68-5211-8593-1C99F551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684A-70D1-46ED-B668-D78A89F9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909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4EDD1-571D-88F4-0AD5-C95887988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E78694-FC1A-BBA3-F931-5B38E609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392B-DA7C-432F-8009-F0344FE4F07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7D2A65-511D-F2B5-7475-A1361F90B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FF5BB1-C3DD-4798-457B-A7C607E50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684A-70D1-46ED-B668-D78A89F9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943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FE178-2BAE-CA3A-58A3-81027D08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392B-DA7C-432F-8009-F0344FE4F07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597941-8720-F94D-27BD-C68FA88A8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1CC07-4BF2-F032-5667-BCCBD9167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684A-70D1-46ED-B668-D78A89F9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168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6C83F-D346-BF69-7365-E0388E2DA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85855-808C-D19C-87D9-5F2F0B5EB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1646AC-3047-A44F-B0E0-235904F32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48F78-E51A-014B-0F5E-DE190F1F1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392B-DA7C-432F-8009-F0344FE4F07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D5AC15-5067-E400-5C55-9131B25C8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A5CB1-0BFF-4DBC-2702-EAC6D5DC4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684A-70D1-46ED-B668-D78A89F9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850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ADF1F-B997-E3CD-6696-996413C1C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F403A7-0637-B2A8-9526-27E14D6D57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54C1F-4D04-484B-3817-CEF709FC3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5E2D7-5C51-C20F-FE16-B1D56D6B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392B-DA7C-432F-8009-F0344FE4F07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70737-E9A8-68A7-B5DE-90D37AC07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8654A-C66C-D629-2095-79EFBD4A9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684A-70D1-46ED-B668-D78A89F9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682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8878-19BD-5D0F-4562-2BB033D7D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10F6E-2A85-C6A5-AA5C-0D360938C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3D75D-97D9-15C5-51DE-D80B21327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392B-DA7C-432F-8009-F0344FE4F07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4BF4A-361C-CBDC-4D51-DF32331BA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23ED6-5163-77E7-D987-DC96A05E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684A-70D1-46ED-B668-D78A89F9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364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DB5CFE-B921-172E-E690-42D951C88D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5F631-F4A2-C9FD-E981-117973095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3FBF4-487B-4A01-ACC8-1BEB5BD5D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0392B-DA7C-432F-8009-F0344FE4F07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43397-2497-166C-09F4-0F7315170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EFF56-3F8E-9356-28C6-72FEE1F5A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8684A-70D1-46ED-B668-D78A89F9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24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50F9F0-8C28-28FD-7F32-752C4591C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EA291-D527-0099-3ABE-2ABB6B7E8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CA284-494F-2C59-B5BF-BFA445048A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40392B-DA7C-432F-8009-F0344FE4F076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3F8E4-D551-61B9-5BCC-53E0B31D2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65C44-5E2A-CC9E-9EB7-32EB7D3FE1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88684A-70D1-46ED-B668-D78A89F9A0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461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50E9D4-9CB1-DD31-78A7-00CA76852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523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6D642-10C6-4523-2093-6627626B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E87034-DBA6-D890-2B77-DED305F40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956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7F5FD-0666-6325-8935-DAAF5FDA2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E255A6-B1B7-1007-7750-F9FD3017F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703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982AD-D6D4-9F55-5D0F-8DE10D5B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3D44E4-1F57-AF58-D4AE-A45C7BE8F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627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065BF-DF43-BDEC-DC2F-C2E7E8009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084487-F29C-51DD-14AB-3462C8AF1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816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D551A-00ED-1D64-59F5-074072A89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AF00CB-6E8E-867C-6171-74E368434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21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4883F-5C0B-D259-D48E-F28F24DB6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7A84D6-27C9-0B52-2F2A-AE1D25F98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824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A22C6-C4A4-BD6A-BBA2-4D4C7C7AB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B2B9C9-BDB8-DF7E-93B4-352E42E3B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223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1F06B-588D-2E18-EDC1-7DAA4FFDA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544561-C56C-05D2-534C-7F7AB097F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083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DD7F2-1C14-F3B0-6E4C-3BF2397BD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033800-92B6-3E3C-4C0A-3A5642ECC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114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498AE-7885-38E7-26A1-628DF9B10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F2C1D1-D1FF-922C-7C4C-B740FE235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805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E0828-E14E-B91E-B80B-56B3FB401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8DCBF5-4D23-9632-9DEB-6989F46EA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6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RTNLAB1</dc:creator>
  <cp:lastModifiedBy>RTNLAB1</cp:lastModifiedBy>
  <cp:revision>2</cp:revision>
  <dcterms:created xsi:type="dcterms:W3CDTF">2026-08-05T09:49:19Z</dcterms:created>
  <dcterms:modified xsi:type="dcterms:W3CDTF">2026-08-05T09:51:36Z</dcterms:modified>
</cp:coreProperties>
</file>